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4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/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t>Rising Waters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t>A Machine Learning Approach to Flood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042920" y="457200"/>
            <a:ext cx="2471420" cy="518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 b="1"/>
              <a:t>TEAM DETAILS</a:t>
            </a:r>
            <a:endParaRPr lang="en-US" sz="2400" b="1"/>
          </a:p>
        </p:txBody>
      </p:sp>
      <p:sp>
        <p:nvSpPr>
          <p:cNvPr id="5" name="Text Box 4"/>
          <p:cNvSpPr txBox="1"/>
          <p:nvPr/>
        </p:nvSpPr>
        <p:spPr>
          <a:xfrm>
            <a:off x="2098675" y="1035050"/>
            <a:ext cx="3931920" cy="962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Sekha Satya Krishna(team leader) </a:t>
            </a:r>
            <a:endParaRPr lang="en-US" altLang="en-US"/>
          </a:p>
          <a:p>
            <a:r>
              <a:rPr lang="en-US" altLang="en-US"/>
              <a:t>246K1A05D3</a:t>
            </a:r>
            <a:endParaRPr lang="en-US" altLang="en-US"/>
          </a:p>
          <a:p>
            <a:r>
              <a:rPr lang="en-US" altLang="en-US"/>
              <a:t>CSE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2118360" y="1997075"/>
            <a:ext cx="3324860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Sanjana Jyothula </a:t>
            </a:r>
            <a:endParaRPr lang="en-US" altLang="en-US"/>
          </a:p>
          <a:p>
            <a:r>
              <a:rPr lang="en-US" altLang="en-US"/>
              <a:t>246K1A05A4</a:t>
            </a:r>
            <a:endParaRPr lang="en-US" altLang="en-US"/>
          </a:p>
          <a:p>
            <a:r>
              <a:rPr lang="en-US" altLang="en-US"/>
              <a:t>CSE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2129155" y="3016250"/>
            <a:ext cx="3209290" cy="908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Roop teja Bandam </a:t>
            </a:r>
            <a:endParaRPr lang="en-US" altLang="en-US"/>
          </a:p>
          <a:p>
            <a:r>
              <a:rPr lang="en-US" altLang="en-US"/>
              <a:t>256K5A0312 </a:t>
            </a:r>
            <a:endParaRPr lang="en-US" altLang="en-US"/>
          </a:p>
          <a:p>
            <a:r>
              <a:rPr lang="en-US" altLang="en-US"/>
              <a:t>Mech</a:t>
            </a:r>
            <a:endParaRPr lang="en-US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2146300" y="3928110"/>
            <a:ext cx="3743325" cy="933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Rajani Anoop Chandra </a:t>
            </a:r>
            <a:endParaRPr lang="en-US" altLang="en-US"/>
          </a:p>
          <a:p>
            <a:r>
              <a:rPr lang="en-US" altLang="en-US"/>
              <a:t>246K1A0341</a:t>
            </a:r>
            <a:endParaRPr lang="en-US" altLang="en-US"/>
          </a:p>
          <a:p>
            <a:r>
              <a:rPr lang="en-US" altLang="en-US"/>
              <a:t>Mech</a:t>
            </a: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2146935" y="4942840"/>
            <a:ext cx="3698240" cy="1121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Yenugu Thrishanth satya rama raju </a:t>
            </a:r>
            <a:endParaRPr lang="en-US" altLang="en-US"/>
          </a:p>
          <a:p>
            <a:r>
              <a:rPr lang="en-US" altLang="en-US"/>
              <a:t>246K1A05E0</a:t>
            </a:r>
            <a:endParaRPr lang="en-US" altLang="en-US"/>
          </a:p>
          <a:p>
            <a:r>
              <a:rPr lang="en-US" altLang="en-US"/>
              <a:t>CSE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/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Project Overview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  <a:defRPr sz="2200"/>
            </a:pPr>
            <a:r>
              <a:t>• Predict flood risk using ML</a:t>
            </a:r>
          </a:p>
          <a:p>
            <a:pPr marL="0" indent="0">
              <a:buNone/>
              <a:defRPr sz="2200"/>
            </a:pPr>
            <a:r>
              <a:t>• Uses weather and rainfall data</a:t>
            </a:r>
          </a:p>
          <a:p>
            <a:pPr marL="0" indent="0">
              <a:buNone/>
              <a:defRPr sz="2200"/>
            </a:pPr>
            <a:r>
              <a:t>• Supports disaster preparedness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/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Technologies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  <a:defRPr sz="2200"/>
            </a:pPr>
            <a:r>
              <a:t>• Python</a:t>
            </a:r>
          </a:p>
          <a:p>
            <a:pPr marL="0" indent="0">
              <a:buNone/>
              <a:defRPr sz="2200"/>
            </a:pPr>
            <a:r>
              <a:t>• Pandas</a:t>
            </a:r>
          </a:p>
          <a:p>
            <a:pPr marL="0" indent="0">
              <a:buNone/>
              <a:defRPr sz="2200"/>
            </a:pPr>
            <a:r>
              <a:t>• NumPy</a:t>
            </a:r>
          </a:p>
          <a:p>
            <a:pPr marL="0" indent="0">
              <a:buNone/>
              <a:defRPr sz="2200"/>
            </a:pPr>
            <a:r>
              <a:t>• Scikit-learn</a:t>
            </a:r>
          </a:p>
          <a:p>
            <a:pPr marL="0" indent="0">
              <a:buNone/>
              <a:defRPr sz="2200"/>
            </a:pPr>
            <a:r>
              <a:t>• Flask</a:t>
            </a:r>
          </a:p>
          <a:p>
            <a:pPr marL="0" indent="0">
              <a:buNone/>
              <a:defRPr sz="2200"/>
            </a:pPr>
            <a:r>
              <a:t>• Joblib</a:t>
            </a:r>
          </a:p>
          <a:p>
            <a:pPr marL="0" indent="0">
              <a:buNone/>
              <a:defRPr sz="2200"/>
            </a:pPr>
            <a:r>
              <a:t>• PyCharm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/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Workflow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Environment Setup</a:t>
            </a:r>
          </a:p>
          <a:p>
            <a:pPr>
              <a:defRPr sz="2200"/>
            </a:pPr>
            <a:r>
              <a:t>Dataset</a:t>
            </a:r>
          </a:p>
          <a:p>
            <a:pPr>
              <a:defRPr sz="2200"/>
            </a:pPr>
            <a:r>
              <a:t>Preprocessing</a:t>
            </a:r>
          </a:p>
          <a:p>
            <a:pPr>
              <a:defRPr sz="2200"/>
            </a:pPr>
            <a:r>
              <a:t>Model Training</a:t>
            </a:r>
          </a:p>
          <a:p>
            <a:pPr>
              <a:defRPr sz="2200"/>
            </a:pPr>
            <a:r>
              <a:t>Model Comparison</a:t>
            </a:r>
          </a:p>
          <a:p>
            <a:pPr>
              <a:defRPr sz="2200"/>
            </a:pPr>
            <a:r>
              <a:t>Best Model</a:t>
            </a:r>
          </a:p>
          <a:p>
            <a:pPr>
              <a:defRPr sz="2200"/>
            </a:pPr>
            <a:r>
              <a:t>Flask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/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Dataset</a:t>
            </a: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Features:</a:t>
            </a:r>
          </a:p>
          <a:p>
            <a:pPr>
              <a:defRPr sz="2200"/>
            </a:pPr>
            <a:r>
              <a:t>Temp, Humidity, Cloud Cover, ANNUAL,</a:t>
            </a:r>
          </a:p>
          <a:p>
            <a:pPr>
              <a:defRPr sz="2200"/>
            </a:pPr>
            <a:r>
              <a:t>Jan-Feb, Mar-May, Jun-Sep, Oct-Dec,</a:t>
            </a:r>
          </a:p>
          <a:p>
            <a:pPr>
              <a:defRPr sz="2200"/>
            </a:pPr>
            <a:r>
              <a:t>avgjune, sub</a:t>
            </a:r>
          </a:p>
          <a:p>
            <a:pPr>
              <a:defRPr sz="2200"/>
            </a:pPr>
            <a:r>
              <a:t>Target: flood</a:t>
            </a:r>
          </a:p>
          <a:p>
            <a:pPr marL="0" indent="0">
              <a:buNone/>
              <a:defRPr sz="2200"/>
            </a:pPr>
            <a:endParaRPr lang="en-US"/>
          </a:p>
        </p:txBody>
      </p:sp>
      <p:pic>
        <p:nvPicPr>
          <p:cNvPr id="2" name="Picture 1" descr="datas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" y="3569970"/>
            <a:ext cx="5421630" cy="3288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/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Models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• Logistic Regression</a:t>
            </a:r>
          </a:p>
          <a:p>
            <a:pPr>
              <a:defRPr sz="2200"/>
            </a:pPr>
            <a:r>
              <a:t>• Decision Tree</a:t>
            </a:r>
          </a:p>
          <a:p>
            <a:pPr>
              <a:defRPr sz="2200"/>
            </a:pPr>
            <a:r>
              <a:t>• Random Forest</a:t>
            </a:r>
          </a:p>
          <a:p>
            <a:pPr>
              <a:defRPr sz="2200"/>
            </a:pPr>
            <a:r>
              <a:t>• KNN</a:t>
            </a:r>
          </a:p>
        </p:txBody>
      </p:sp>
      <p:pic>
        <p:nvPicPr>
          <p:cNvPr id="1" name="Picture 0" descr="tempara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2820" y="1417955"/>
            <a:ext cx="2840355" cy="1931670"/>
          </a:xfrm>
          <a:prstGeom prst="rect">
            <a:avLst/>
          </a:prstGeom>
        </p:spPr>
      </p:pic>
      <p:pic>
        <p:nvPicPr>
          <p:cNvPr id="2" name="Picture 1" descr="flood distrib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90" y="3611245"/>
            <a:ext cx="2016760" cy="1348740"/>
          </a:xfrm>
          <a:prstGeom prst="rect">
            <a:avLst/>
          </a:prstGeom>
        </p:spPr>
      </p:pic>
      <p:pic>
        <p:nvPicPr>
          <p:cNvPr id="4" name="Picture 3" descr="box 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700" y="3382645"/>
            <a:ext cx="3489960" cy="1753235"/>
          </a:xfrm>
          <a:prstGeom prst="rect">
            <a:avLst/>
          </a:prstGeom>
        </p:spPr>
      </p:pic>
      <p:pic>
        <p:nvPicPr>
          <p:cNvPr id="5" name="Picture 4" descr="heatm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660" y="4845685"/>
            <a:ext cx="2251075" cy="1814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/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Model Comparison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Compared all models using accuracy.</a:t>
            </a:r>
          </a:p>
          <a:p>
            <a:pPr>
              <a:defRPr sz="2200"/>
            </a:pPr>
            <a:r>
              <a:t>Saved best model as best_model.pkl.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/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Flask App</a:t>
            </a:r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Loads best_model.pkl</a:t>
            </a:r>
          </a:p>
          <a:p>
            <a:pPr>
              <a:defRPr sz="2200"/>
            </a:pPr>
            <a:r>
              <a:t>Accepts user input</a:t>
            </a:r>
          </a:p>
          <a:p>
            <a:pPr>
              <a:defRPr sz="2200"/>
            </a:pPr>
            <a:r>
              <a:t>Predicts Flood / No Flood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/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Results</a:t>
            </a:r>
          </a:p>
        </p:txBody>
      </p:sp>
      <p:sp>
        <p:nvSpPr>
          <p:cNvPr id="104860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• Working prediction system</a:t>
            </a:r>
          </a:p>
          <a:p>
            <a:pPr>
              <a:defRPr sz="2200"/>
            </a:pPr>
            <a:r>
              <a:t>• Web interface tested</a:t>
            </a:r>
          </a:p>
          <a:p>
            <a:pPr>
              <a:defRPr sz="2200"/>
            </a:pPr>
            <a:r>
              <a:t>• Ready for demo</a:t>
            </a:r>
          </a:p>
        </p:txBody>
      </p:sp>
      <p:pic>
        <p:nvPicPr>
          <p:cNvPr id="4" name="Picture 3" descr="prediction syste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90" y="3220720"/>
            <a:ext cx="2956560" cy="3265805"/>
          </a:xfrm>
          <a:prstGeom prst="rect">
            <a:avLst/>
          </a:prstGeom>
        </p:spPr>
      </p:pic>
      <p:pic>
        <p:nvPicPr>
          <p:cNvPr id="5" name="Picture 4" descr="resul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570" y="2277745"/>
            <a:ext cx="4705350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/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/>
            <a:br/>
            <a:br/>
            <a:br/>
            <a:r>
              <a:t>Thank You</a:t>
            </a:r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  <a:defRPr sz="22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955</Words>
  <Application>WPS Presentation</Application>
  <PresentationFormat/>
  <Paragraphs>87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Rising Waters</vt:lpstr>
      <vt:lpstr>PowerPoint 演示文稿</vt:lpstr>
      <vt:lpstr>Project Overview</vt:lpstr>
      <vt:lpstr>Technologies</vt:lpstr>
      <vt:lpstr>Workflow</vt:lpstr>
      <vt:lpstr>Dataset</vt:lpstr>
      <vt:lpstr>Models</vt:lpstr>
      <vt:lpstr>Model Comparison</vt:lpstr>
      <vt:lpstr>Flask App</vt:lpstr>
      <vt:lpstr>Results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Rising Waters</dc:title>
  <dc:creator>CPH2705</dc:creator>
  <cp:lastModifiedBy>win11</cp:lastModifiedBy>
  <cp:revision>2</cp:revision>
  <dcterms:created xsi:type="dcterms:W3CDTF">2026-07-12T10:57:53Z</dcterms:created>
  <dcterms:modified xsi:type="dcterms:W3CDTF">2026-07-12T10:58:50Z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6b9dbbab16c34b66948f0d386681f052_23</vt:lpwstr>
  </property>
  <property fmtid="{D5CDD505-2E9C-101B-9397-08002B2CF9AE}" pid="3" name="KSOProductBuildVer">
    <vt:lpwstr>1033-12.1.0.26886</vt:lpwstr>
  </property>
</Properties>
</file>